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2026-10-02T09:30:31.324614Z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fc4145ff740c4c9ae8f55d26fa5ea41dcb33d729645adba273a5e6c204c0eb51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2026-10-02T09:30:31.324614Z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
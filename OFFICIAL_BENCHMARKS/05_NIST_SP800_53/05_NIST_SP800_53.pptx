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2026-10-02T09:30:30.919116Z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0159859c0f40e1fc262a7a5af6454b23e2dff2a5d6a3559a005fcfdd8ad694ef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2026-10-02T09:30:30.919116Z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
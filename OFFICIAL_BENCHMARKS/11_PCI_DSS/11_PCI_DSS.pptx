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2026-10-02T09:30:32.106777Z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1c4b036aa0cbe9540bbac5d6b777954ec8aff590cac65f5e94f6de3bf89bcf21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2026-10-02T09:30:32.106777Z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
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2026-10-02T09:30:35.196666Z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3a14fce24244a7d5f58762126bf58f430fc8f71c2fb4b6d98897ad865f61893e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2026-10-02T09:30:35.196666Z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
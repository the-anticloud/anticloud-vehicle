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09 Owasp Top10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2026-10-02T09:30:31.764354Z | Framework ID: 09_OWASP_Top10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OWASP Top 10 2021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A01 Broken Access Control: Zero Trust mTLS; A02 Crypto Failures: AES-256-GCM; A09 Logging: Observability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10/10: ADDRESSED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All offline — no web attack surface by design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ad6cef37fcd9e6ddbdf047af1e52a2541679f571d3dc7748f664f1677ae9b332</a:t>
            </a:r>
          </a:p>
          <a:p>
            <a:r>
              <a:rPr sz="1000">
                <a:solidFill>
                  <a:srgbClr val="222222"/>
                </a:solidFill>
              </a:rPr>
              <a:t>  SHA3-256 (chain) | 14b2415dd5de5c9fc2f38a0720dd79418b3462174439c8f646c22ad6371f45b9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2026-10-02T09:30:31.764354Z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
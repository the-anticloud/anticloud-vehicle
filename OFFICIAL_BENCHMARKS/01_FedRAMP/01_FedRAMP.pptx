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2026-10-02T09:30:30.156197Z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6b2439067a0e2c7d590c9337b18cfa62f592a9c6ac23989553e691be20bbbbb3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2026-10-02T09:30:30.156197Z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